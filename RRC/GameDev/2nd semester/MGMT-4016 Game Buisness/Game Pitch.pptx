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roxima Nova"/>
      <p:regular r:id="rId15"/>
      <p:bold r:id="rId16"/>
      <p:italic r:id="rId17"/>
      <p:boldItalic r:id="rId18"/>
    </p:embeddedFont>
    <p:embeddedFont>
      <p:font typeface="Inter SemiBold"/>
      <p:regular r:id="rId19"/>
      <p:bold r:id="rId20"/>
      <p:italic r:id="rId21"/>
      <p:boldItalic r:id="rId22"/>
    </p:embeddedFont>
    <p:embeddedFont>
      <p:font typeface="Inter Light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Light-bold.fntdata"/><Relationship Id="rId23" Type="http://schemas.openxmlformats.org/officeDocument/2006/relationships/font" Target="fonts/Inter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Light-boldItalic.fntdata"/><Relationship Id="rId25" Type="http://schemas.openxmlformats.org/officeDocument/2006/relationships/font" Target="fonts/InterLight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roximaNova-regular.fntdata"/><Relationship Id="rId14" Type="http://schemas.openxmlformats.org/officeDocument/2006/relationships/slide" Target="slides/slide9.xml"/><Relationship Id="rId17" Type="http://schemas.openxmlformats.org/officeDocument/2006/relationships/font" Target="fonts/ProximaNova-italic.fntdata"/><Relationship Id="rId16" Type="http://schemas.openxmlformats.org/officeDocument/2006/relationships/font" Target="fonts/ProximaNova-bold.fntdata"/><Relationship Id="rId19" Type="http://schemas.openxmlformats.org/officeDocument/2006/relationships/font" Target="fonts/InterSemiBold-regular.fntdata"/><Relationship Id="rId18" Type="http://schemas.openxmlformats.org/officeDocument/2006/relationships/font" Target="fonts/ProximaNova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fb1eae9b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2fb1eae9b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2fb1eae9b7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2fb1eae9b7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2fb1eae9b7_0_1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2fb1eae9b7_0_1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2fb1eae9b7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2fb1eae9b7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fb1eae9b7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2fb1eae9b7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2fb1eae9b7_0_1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2fb1eae9b7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fb1eae9b7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2fb1eae9b7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2fb1eae9b7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2fb1eae9b7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2fb1eae9b7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2fb1eae9b7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1"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58" name="Google Shape;58;p1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60" name="Google Shape;60;p1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">
  <p:cSld name="TITLE_AND_BODY_1">
    <p:bg>
      <p:bgPr>
        <a:solidFill>
          <a:schemeClr val="dk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5"/>
          <p:cNvSpPr txBox="1"/>
          <p:nvPr>
            <p:ph type="title"/>
          </p:nvPr>
        </p:nvSpPr>
        <p:spPr>
          <a:xfrm>
            <a:off x="420875" y="1552350"/>
            <a:ext cx="6231300" cy="16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2" type="title"/>
          </p:nvPr>
        </p:nvSpPr>
        <p:spPr>
          <a:xfrm>
            <a:off x="472350" y="3144800"/>
            <a:ext cx="29655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9" name="Google Shape;69;p1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rrent Market / Market Size">
  <p:cSld name="SECTION_TITLE_AND_DESCRIPTION_1">
    <p:bg>
      <p:bgPr>
        <a:solidFill>
          <a:schemeClr val="dk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74" name="Google Shape;74;p1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675475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2" type="body"/>
          </p:nvPr>
        </p:nvSpPr>
        <p:spPr>
          <a:xfrm>
            <a:off x="604925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3885400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4" type="body"/>
          </p:nvPr>
        </p:nvSpPr>
        <p:spPr>
          <a:xfrm>
            <a:off x="3814850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5" type="subTitle"/>
          </p:nvPr>
        </p:nvSpPr>
        <p:spPr>
          <a:xfrm>
            <a:off x="7024719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6" type="body"/>
          </p:nvPr>
        </p:nvSpPr>
        <p:spPr>
          <a:xfrm>
            <a:off x="6954219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450850" y="596800"/>
            <a:ext cx="6767700" cy="12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1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Divider Slide">
  <p:cSld name="CUSTOM_3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88" name="Google Shape;88;p17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7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90" name="Google Shape;90;p17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/ Mission">
  <p:cSld name="SECTION_HEADER_1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>
            <p:ph idx="2" type="pic"/>
          </p:nvPr>
        </p:nvSpPr>
        <p:spPr>
          <a:xfrm>
            <a:off x="5039775" y="203250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cxnSp>
        <p:nvCxnSpPr>
          <p:cNvPr id="95" name="Google Shape;95;p1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452575" y="1853525"/>
            <a:ext cx="29655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18"/>
          <p:cNvSpPr/>
          <p:nvPr>
            <p:ph idx="3" type="pic"/>
          </p:nvPr>
        </p:nvSpPr>
        <p:spPr>
          <a:xfrm>
            <a:off x="5039775" y="2624675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452575" y="596800"/>
            <a:ext cx="42636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99" name="Google Shape;99;p1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Strategy">
  <p:cSld name="BLANK_2"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/>
          <p:nvPr>
            <p:ph idx="2" type="pic"/>
          </p:nvPr>
        </p:nvSpPr>
        <p:spPr>
          <a:xfrm>
            <a:off x="6445900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sp>
        <p:nvSpPr>
          <p:cNvPr id="104" name="Google Shape;104;p19"/>
          <p:cNvSpPr/>
          <p:nvPr>
            <p:ph idx="3" type="pic"/>
          </p:nvPr>
        </p:nvSpPr>
        <p:spPr>
          <a:xfrm>
            <a:off x="4210025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cxnSp>
        <p:nvCxnSpPr>
          <p:cNvPr id="105" name="Google Shape;105;p1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19"/>
          <p:cNvSpPr txBox="1"/>
          <p:nvPr>
            <p:ph type="title"/>
          </p:nvPr>
        </p:nvSpPr>
        <p:spPr>
          <a:xfrm>
            <a:off x="450850" y="596800"/>
            <a:ext cx="40830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19"/>
          <p:cNvSpPr txBox="1"/>
          <p:nvPr>
            <p:ph idx="1" type="subTitle"/>
          </p:nvPr>
        </p:nvSpPr>
        <p:spPr>
          <a:xfrm>
            <a:off x="4210025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19"/>
          <p:cNvSpPr txBox="1"/>
          <p:nvPr>
            <p:ph idx="4" type="body"/>
          </p:nvPr>
        </p:nvSpPr>
        <p:spPr>
          <a:xfrm>
            <a:off x="4210025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5" type="subTitle"/>
          </p:nvPr>
        </p:nvSpPr>
        <p:spPr>
          <a:xfrm>
            <a:off x="6458950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9"/>
          <p:cNvSpPr txBox="1"/>
          <p:nvPr>
            <p:ph idx="6" type="body"/>
          </p:nvPr>
        </p:nvSpPr>
        <p:spPr>
          <a:xfrm>
            <a:off x="6458950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1" name="Google Shape;111;p19"/>
          <p:cNvSpPr txBox="1"/>
          <p:nvPr>
            <p:ph idx="7" type="body"/>
          </p:nvPr>
        </p:nvSpPr>
        <p:spPr>
          <a:xfrm>
            <a:off x="450850" y="2399275"/>
            <a:ext cx="30480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1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MAIN_POINT_1"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>
            <p:ph idx="2" type="pic"/>
          </p:nvPr>
        </p:nvSpPr>
        <p:spPr>
          <a:xfrm>
            <a:off x="566350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117" name="Google Shape;117;p20"/>
          <p:cNvSpPr/>
          <p:nvPr>
            <p:ph idx="3" type="pic"/>
          </p:nvPr>
        </p:nvSpPr>
        <p:spPr>
          <a:xfrm>
            <a:off x="2588275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118" name="Google Shape;118;p20"/>
          <p:cNvSpPr/>
          <p:nvPr>
            <p:ph idx="4" type="pic"/>
          </p:nvPr>
        </p:nvSpPr>
        <p:spPr>
          <a:xfrm>
            <a:off x="4613113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119" name="Google Shape;119;p20"/>
          <p:cNvSpPr/>
          <p:nvPr>
            <p:ph idx="5" type="pic"/>
          </p:nvPr>
        </p:nvSpPr>
        <p:spPr>
          <a:xfrm>
            <a:off x="6637950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cxnSp>
        <p:nvCxnSpPr>
          <p:cNvPr id="120" name="Google Shape;120;p20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20"/>
          <p:cNvSpPr txBox="1"/>
          <p:nvPr>
            <p:ph type="title"/>
          </p:nvPr>
        </p:nvSpPr>
        <p:spPr>
          <a:xfrm>
            <a:off x="450850" y="596800"/>
            <a:ext cx="67677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20"/>
          <p:cNvSpPr txBox="1"/>
          <p:nvPr>
            <p:ph idx="1" type="subTitle"/>
          </p:nvPr>
        </p:nvSpPr>
        <p:spPr>
          <a:xfrm>
            <a:off x="566350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20"/>
          <p:cNvSpPr txBox="1"/>
          <p:nvPr>
            <p:ph idx="6" type="subTitle"/>
          </p:nvPr>
        </p:nvSpPr>
        <p:spPr>
          <a:xfrm>
            <a:off x="2588275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0"/>
          <p:cNvSpPr txBox="1"/>
          <p:nvPr>
            <p:ph idx="7" type="subTitle"/>
          </p:nvPr>
        </p:nvSpPr>
        <p:spPr>
          <a:xfrm>
            <a:off x="4613113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0"/>
          <p:cNvSpPr txBox="1"/>
          <p:nvPr>
            <p:ph idx="8" type="subTitle"/>
          </p:nvPr>
        </p:nvSpPr>
        <p:spPr>
          <a:xfrm>
            <a:off x="6637950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0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Timeline">
  <p:cSld name="TITLE_ONLY_1"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1" name="Google Shape;131;p21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21"/>
          <p:cNvSpPr txBox="1"/>
          <p:nvPr>
            <p:ph type="title"/>
          </p:nvPr>
        </p:nvSpPr>
        <p:spPr>
          <a:xfrm>
            <a:off x="452575" y="596800"/>
            <a:ext cx="68688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589475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34" name="Google Shape;134;p21"/>
          <p:cNvSpPr txBox="1"/>
          <p:nvPr>
            <p:ph idx="2" type="body"/>
          </p:nvPr>
        </p:nvSpPr>
        <p:spPr>
          <a:xfrm>
            <a:off x="26018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35" name="Google Shape;135;p21"/>
          <p:cNvSpPr txBox="1"/>
          <p:nvPr>
            <p:ph idx="3" type="body"/>
          </p:nvPr>
        </p:nvSpPr>
        <p:spPr>
          <a:xfrm>
            <a:off x="46014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36" name="Google Shape;136;p21"/>
          <p:cNvSpPr txBox="1"/>
          <p:nvPr>
            <p:ph idx="4" type="body"/>
          </p:nvPr>
        </p:nvSpPr>
        <p:spPr>
          <a:xfrm>
            <a:off x="660280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37" name="Google Shape;137;p21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21"/>
          <p:cNvSpPr txBox="1"/>
          <p:nvPr>
            <p:ph idx="5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Advantage">
  <p:cSld name="ONE_COLUMN_TEXT_1"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2" name="Google Shape;142;p22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22"/>
          <p:cNvSpPr txBox="1"/>
          <p:nvPr>
            <p:ph type="title"/>
          </p:nvPr>
        </p:nvSpPr>
        <p:spPr>
          <a:xfrm>
            <a:off x="452575" y="596800"/>
            <a:ext cx="4418100" cy="29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44" name="Google Shape;144;p22"/>
          <p:cNvSpPr/>
          <p:nvPr>
            <p:ph idx="2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45257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46" name="Google Shape;146;p22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2"/>
          <p:cNvSpPr txBox="1"/>
          <p:nvPr>
            <p:ph idx="3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/ Graph">
  <p:cSld name="CAPTION_ONLY_1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Google Shape;150;p2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23"/>
          <p:cNvSpPr txBox="1"/>
          <p:nvPr>
            <p:ph type="title"/>
          </p:nvPr>
        </p:nvSpPr>
        <p:spPr>
          <a:xfrm>
            <a:off x="452575" y="596800"/>
            <a:ext cx="4418100" cy="13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3" name="Google Shape;153;p2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Breakdown">
  <p:cSld name="SECTION_TITLE_AND_DESCRIPTION_1_1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58" name="Google Shape;158;p2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4"/>
          <p:cNvSpPr txBox="1"/>
          <p:nvPr>
            <p:ph idx="1" type="subTitle"/>
          </p:nvPr>
        </p:nvSpPr>
        <p:spPr>
          <a:xfrm>
            <a:off x="34865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24"/>
          <p:cNvSpPr txBox="1"/>
          <p:nvPr>
            <p:ph idx="2" type="body"/>
          </p:nvPr>
        </p:nvSpPr>
        <p:spPr>
          <a:xfrm>
            <a:off x="34160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161" name="Google Shape;161;p24"/>
          <p:cNvCxnSpPr>
            <a:endCxn id="162" idx="2"/>
          </p:cNvCxnSpPr>
          <p:nvPr/>
        </p:nvCxnSpPr>
        <p:spPr>
          <a:xfrm>
            <a:off x="2904275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4"/>
          <p:cNvCxnSpPr/>
          <p:nvPr/>
        </p:nvCxnSpPr>
        <p:spPr>
          <a:xfrm>
            <a:off x="4765924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4"/>
          <p:cNvCxnSpPr/>
          <p:nvPr/>
        </p:nvCxnSpPr>
        <p:spPr>
          <a:xfrm>
            <a:off x="6635736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4"/>
          <p:cNvSpPr/>
          <p:nvPr/>
        </p:nvSpPr>
        <p:spPr>
          <a:xfrm>
            <a:off x="367617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5548513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741772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24"/>
          <p:cNvSpPr txBox="1"/>
          <p:nvPr>
            <p:ph idx="3" type="subTitle"/>
          </p:nvPr>
        </p:nvSpPr>
        <p:spPr>
          <a:xfrm>
            <a:off x="535892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4" type="body"/>
          </p:nvPr>
        </p:nvSpPr>
        <p:spPr>
          <a:xfrm>
            <a:off x="528842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9" name="Google Shape;169;p24"/>
          <p:cNvSpPr txBox="1"/>
          <p:nvPr>
            <p:ph idx="5" type="subTitle"/>
          </p:nvPr>
        </p:nvSpPr>
        <p:spPr>
          <a:xfrm>
            <a:off x="72312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24"/>
          <p:cNvSpPr txBox="1"/>
          <p:nvPr>
            <p:ph idx="6" type="body"/>
          </p:nvPr>
        </p:nvSpPr>
        <p:spPr>
          <a:xfrm>
            <a:off x="71607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1" name="Google Shape;171;p24"/>
          <p:cNvSpPr/>
          <p:nvPr/>
        </p:nvSpPr>
        <p:spPr>
          <a:xfrm>
            <a:off x="603475" y="2706950"/>
            <a:ext cx="2313300" cy="1413600"/>
          </a:xfrm>
          <a:prstGeom prst="roundRect">
            <a:avLst>
              <a:gd fmla="val 7414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rgbClr val="F6F5EC"/>
              </a:solidFill>
            </a:endParaRPr>
          </a:p>
        </p:txBody>
      </p:sp>
      <p:sp>
        <p:nvSpPr>
          <p:cNvPr id="172" name="Google Shape;172;p24"/>
          <p:cNvSpPr txBox="1"/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4"/>
          <p:cNvSpPr txBox="1"/>
          <p:nvPr>
            <p:ph idx="7" type="body"/>
          </p:nvPr>
        </p:nvSpPr>
        <p:spPr>
          <a:xfrm>
            <a:off x="603475" y="2758400"/>
            <a:ext cx="2313300" cy="13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24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TITLE_1_1"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7" name="Google Shape;177;p2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5"/>
          <p:cNvSpPr txBox="1"/>
          <p:nvPr>
            <p:ph type="title"/>
          </p:nvPr>
        </p:nvSpPr>
        <p:spPr>
          <a:xfrm>
            <a:off x="452575" y="596800"/>
            <a:ext cx="44181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79" name="Google Shape;179;p25"/>
          <p:cNvSpPr txBox="1"/>
          <p:nvPr>
            <p:ph idx="1" type="subTitle"/>
          </p:nvPr>
        </p:nvSpPr>
        <p:spPr>
          <a:xfrm>
            <a:off x="467825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0" name="Google Shape;180;p25"/>
          <p:cNvSpPr txBox="1"/>
          <p:nvPr>
            <p:ph idx="2" type="body"/>
          </p:nvPr>
        </p:nvSpPr>
        <p:spPr>
          <a:xfrm>
            <a:off x="391625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3" type="subTitle"/>
          </p:nvPr>
        </p:nvSpPr>
        <p:spPr>
          <a:xfrm>
            <a:off x="3052450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2" name="Google Shape;182;p25"/>
          <p:cNvSpPr txBox="1"/>
          <p:nvPr>
            <p:ph idx="4" type="body"/>
          </p:nvPr>
        </p:nvSpPr>
        <p:spPr>
          <a:xfrm>
            <a:off x="2976250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5" type="subTitle"/>
          </p:nvPr>
        </p:nvSpPr>
        <p:spPr>
          <a:xfrm>
            <a:off x="5637075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4" name="Google Shape;184;p25"/>
          <p:cNvSpPr txBox="1"/>
          <p:nvPr>
            <p:ph idx="6" type="body"/>
          </p:nvPr>
        </p:nvSpPr>
        <p:spPr>
          <a:xfrm>
            <a:off x="5560875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85" name="Google Shape;185;p25"/>
          <p:cNvSpPr txBox="1"/>
          <p:nvPr>
            <p:ph idx="7" type="subTitle"/>
          </p:nvPr>
        </p:nvSpPr>
        <p:spPr>
          <a:xfrm>
            <a:off x="467825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6" name="Google Shape;186;p25"/>
          <p:cNvSpPr txBox="1"/>
          <p:nvPr>
            <p:ph idx="8" type="body"/>
          </p:nvPr>
        </p:nvSpPr>
        <p:spPr>
          <a:xfrm>
            <a:off x="391625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87" name="Google Shape;187;p25"/>
          <p:cNvSpPr txBox="1"/>
          <p:nvPr>
            <p:ph idx="9" type="subTitle"/>
          </p:nvPr>
        </p:nvSpPr>
        <p:spPr>
          <a:xfrm>
            <a:off x="3052450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8" name="Google Shape;188;p25"/>
          <p:cNvSpPr txBox="1"/>
          <p:nvPr>
            <p:ph idx="13" type="body"/>
          </p:nvPr>
        </p:nvSpPr>
        <p:spPr>
          <a:xfrm>
            <a:off x="2976250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89" name="Google Shape;189;p25"/>
          <p:cNvSpPr txBox="1"/>
          <p:nvPr>
            <p:ph idx="14" type="subTitle"/>
          </p:nvPr>
        </p:nvSpPr>
        <p:spPr>
          <a:xfrm>
            <a:off x="5637075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90" name="Google Shape;190;p25"/>
          <p:cNvSpPr txBox="1"/>
          <p:nvPr>
            <p:ph idx="15" type="body"/>
          </p:nvPr>
        </p:nvSpPr>
        <p:spPr>
          <a:xfrm>
            <a:off x="5560875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91" name="Google Shape;191;p2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25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Header">
  <p:cSld name="BIG_NUMBER_1">
    <p:bg>
      <p:bgPr>
        <a:solidFill>
          <a:schemeClr val="dk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/>
          <p:nvPr>
            <p:ph idx="2" type="pic"/>
          </p:nvPr>
        </p:nvSpPr>
        <p:spPr>
          <a:xfrm>
            <a:off x="213750" y="586950"/>
            <a:ext cx="8701800" cy="2327100"/>
          </a:xfrm>
          <a:prstGeom prst="roundRect">
            <a:avLst>
              <a:gd fmla="val 3913" name="adj"/>
            </a:avLst>
          </a:prstGeom>
          <a:noFill/>
          <a:ln>
            <a:noFill/>
          </a:ln>
        </p:spPr>
      </p:sp>
      <p:sp>
        <p:nvSpPr>
          <p:cNvPr id="196" name="Google Shape;196;p26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97" name="Google Shape;197;p2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5362800" y="30712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9" name="Google Shape;199;p2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/ Benefits">
  <p:cSld name="CUSTOM_4"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3" name="Google Shape;203;p27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7"/>
          <p:cNvSpPr txBox="1"/>
          <p:nvPr>
            <p:ph type="title"/>
          </p:nvPr>
        </p:nvSpPr>
        <p:spPr>
          <a:xfrm>
            <a:off x="452575" y="633600"/>
            <a:ext cx="3954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9pPr>
          </a:lstStyle>
          <a:p/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06" name="Google Shape;206;p27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27"/>
          <p:cNvSpPr txBox="1"/>
          <p:nvPr>
            <p:ph idx="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7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1_1">
    <p:bg>
      <p:bgPr>
        <a:solidFill>
          <a:schemeClr val="dk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/>
          <p:nvPr>
            <p:ph idx="2" type="pic"/>
          </p:nvPr>
        </p:nvSpPr>
        <p:spPr>
          <a:xfrm>
            <a:off x="228625" y="59262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11" name="Google Shape;211;p28"/>
          <p:cNvSpPr/>
          <p:nvPr>
            <p:ph idx="3" type="pic"/>
          </p:nvPr>
        </p:nvSpPr>
        <p:spPr>
          <a:xfrm>
            <a:off x="3931925" y="59262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12" name="Google Shape;212;p28"/>
          <p:cNvSpPr/>
          <p:nvPr>
            <p:ph idx="4" type="pic"/>
          </p:nvPr>
        </p:nvSpPr>
        <p:spPr>
          <a:xfrm>
            <a:off x="7635600" y="592625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13" name="Google Shape;213;p28"/>
          <p:cNvSpPr/>
          <p:nvPr>
            <p:ph idx="5" type="pic"/>
          </p:nvPr>
        </p:nvSpPr>
        <p:spPr>
          <a:xfrm>
            <a:off x="25753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4" name="Google Shape;214;p28"/>
          <p:cNvSpPr/>
          <p:nvPr>
            <p:ph idx="6" type="pic"/>
          </p:nvPr>
        </p:nvSpPr>
        <p:spPr>
          <a:xfrm>
            <a:off x="62788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5" name="Google Shape;215;p28"/>
          <p:cNvSpPr/>
          <p:nvPr>
            <p:ph idx="7" type="pic"/>
          </p:nvPr>
        </p:nvSpPr>
        <p:spPr>
          <a:xfrm>
            <a:off x="2286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6" name="Google Shape;216;p28"/>
          <p:cNvSpPr/>
          <p:nvPr>
            <p:ph idx="8" type="pic"/>
          </p:nvPr>
        </p:nvSpPr>
        <p:spPr>
          <a:xfrm>
            <a:off x="1545425" y="1963950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17" name="Google Shape;217;p28"/>
          <p:cNvSpPr/>
          <p:nvPr>
            <p:ph idx="9" type="pic"/>
          </p:nvPr>
        </p:nvSpPr>
        <p:spPr>
          <a:xfrm>
            <a:off x="3932063" y="1963950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18" name="Google Shape;218;p28"/>
          <p:cNvSpPr/>
          <p:nvPr>
            <p:ph idx="13" type="pic"/>
          </p:nvPr>
        </p:nvSpPr>
        <p:spPr>
          <a:xfrm>
            <a:off x="5248888" y="1963950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19" name="Google Shape;219;p28"/>
          <p:cNvSpPr/>
          <p:nvPr>
            <p:ph idx="14" type="pic"/>
          </p:nvPr>
        </p:nvSpPr>
        <p:spPr>
          <a:xfrm>
            <a:off x="75557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0" name="Google Shape;220;p28"/>
          <p:cNvSpPr/>
          <p:nvPr>
            <p:ph idx="15" type="pic"/>
          </p:nvPr>
        </p:nvSpPr>
        <p:spPr>
          <a:xfrm>
            <a:off x="228625" y="333527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21" name="Google Shape;221;p28"/>
          <p:cNvSpPr/>
          <p:nvPr>
            <p:ph idx="16" type="pic"/>
          </p:nvPr>
        </p:nvSpPr>
        <p:spPr>
          <a:xfrm>
            <a:off x="3931925" y="333527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22" name="Google Shape;222;p28"/>
          <p:cNvSpPr/>
          <p:nvPr>
            <p:ph idx="17" type="pic"/>
          </p:nvPr>
        </p:nvSpPr>
        <p:spPr>
          <a:xfrm>
            <a:off x="7635600" y="3335275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23" name="Google Shape;223;p28"/>
          <p:cNvSpPr/>
          <p:nvPr>
            <p:ph idx="18" type="pic"/>
          </p:nvPr>
        </p:nvSpPr>
        <p:spPr>
          <a:xfrm>
            <a:off x="25753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4" name="Google Shape;224;p28"/>
          <p:cNvSpPr/>
          <p:nvPr>
            <p:ph idx="19" type="pic"/>
          </p:nvPr>
        </p:nvSpPr>
        <p:spPr>
          <a:xfrm>
            <a:off x="62788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5" name="Google Shape;225;p28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226" name="Google Shape;226;p2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2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/>
          <p:nvPr>
            <p:ph idx="2" type="pic"/>
          </p:nvPr>
        </p:nvSpPr>
        <p:spPr>
          <a:xfrm>
            <a:off x="211850" y="203250"/>
            <a:ext cx="4292400" cy="4737000"/>
          </a:xfrm>
          <a:prstGeom prst="roundRect">
            <a:avLst>
              <a:gd fmla="val 3358" name="adj"/>
            </a:avLst>
          </a:prstGeom>
          <a:noFill/>
          <a:ln>
            <a:noFill/>
          </a:ln>
        </p:spPr>
      </p:sp>
      <p:sp>
        <p:nvSpPr>
          <p:cNvPr id="231" name="Google Shape;231;p29"/>
          <p:cNvSpPr/>
          <p:nvPr>
            <p:ph idx="3" type="pic"/>
          </p:nvPr>
        </p:nvSpPr>
        <p:spPr>
          <a:xfrm>
            <a:off x="4639750" y="203250"/>
            <a:ext cx="4292400" cy="4737000"/>
          </a:xfrm>
          <a:prstGeom prst="roundRect">
            <a:avLst>
              <a:gd fmla="val 335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Competition">
  <p:cSld name="CUSTOM_2"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/>
          <p:nvPr>
            <p:ph idx="2" type="pic"/>
          </p:nvPr>
        </p:nvSpPr>
        <p:spPr>
          <a:xfrm>
            <a:off x="401472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34" name="Google Shape;234;p30"/>
          <p:cNvSpPr/>
          <p:nvPr>
            <p:ph idx="3" type="pic"/>
          </p:nvPr>
        </p:nvSpPr>
        <p:spPr>
          <a:xfrm>
            <a:off x="568857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35" name="Google Shape;235;p30"/>
          <p:cNvSpPr/>
          <p:nvPr>
            <p:ph idx="4" type="pic"/>
          </p:nvPr>
        </p:nvSpPr>
        <p:spPr>
          <a:xfrm>
            <a:off x="736242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36" name="Google Shape;236;p30"/>
          <p:cNvSpPr/>
          <p:nvPr>
            <p:ph idx="5" type="pic"/>
          </p:nvPr>
        </p:nvSpPr>
        <p:spPr>
          <a:xfrm>
            <a:off x="401472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37" name="Google Shape;237;p30"/>
          <p:cNvSpPr/>
          <p:nvPr>
            <p:ph idx="6" type="pic"/>
          </p:nvPr>
        </p:nvSpPr>
        <p:spPr>
          <a:xfrm>
            <a:off x="568857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238" name="Google Shape;238;p30"/>
          <p:cNvSpPr/>
          <p:nvPr>
            <p:ph idx="7" type="pic"/>
          </p:nvPr>
        </p:nvSpPr>
        <p:spPr>
          <a:xfrm>
            <a:off x="736242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cxnSp>
        <p:nvCxnSpPr>
          <p:cNvPr id="239" name="Google Shape;239;p30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30"/>
          <p:cNvSpPr txBox="1"/>
          <p:nvPr>
            <p:ph type="title"/>
          </p:nvPr>
        </p:nvSpPr>
        <p:spPr>
          <a:xfrm>
            <a:off x="452575" y="596800"/>
            <a:ext cx="32625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241" name="Google Shape;241;p30"/>
          <p:cNvSpPr txBox="1"/>
          <p:nvPr>
            <p:ph idx="1" type="subTitle"/>
          </p:nvPr>
        </p:nvSpPr>
        <p:spPr>
          <a:xfrm>
            <a:off x="452575" y="1956400"/>
            <a:ext cx="26160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42" name="Google Shape;242;p30"/>
          <p:cNvSpPr txBox="1"/>
          <p:nvPr>
            <p:ph idx="8" type="body"/>
          </p:nvPr>
        </p:nvSpPr>
        <p:spPr>
          <a:xfrm>
            <a:off x="467825" y="2583700"/>
            <a:ext cx="32472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243" name="Google Shape;243;p30"/>
          <p:cNvSpPr txBox="1"/>
          <p:nvPr>
            <p:ph idx="9" type="subTitle"/>
          </p:nvPr>
        </p:nvSpPr>
        <p:spPr>
          <a:xfrm>
            <a:off x="401472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44" name="Google Shape;244;p30"/>
          <p:cNvSpPr txBox="1"/>
          <p:nvPr>
            <p:ph idx="13" type="subTitle"/>
          </p:nvPr>
        </p:nvSpPr>
        <p:spPr>
          <a:xfrm>
            <a:off x="568857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45" name="Google Shape;245;p30"/>
          <p:cNvSpPr txBox="1"/>
          <p:nvPr>
            <p:ph idx="14" type="subTitle"/>
          </p:nvPr>
        </p:nvSpPr>
        <p:spPr>
          <a:xfrm>
            <a:off x="736242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46" name="Google Shape;246;p30"/>
          <p:cNvSpPr txBox="1"/>
          <p:nvPr>
            <p:ph idx="15" type="subTitle"/>
          </p:nvPr>
        </p:nvSpPr>
        <p:spPr>
          <a:xfrm>
            <a:off x="401472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47" name="Google Shape;247;p30"/>
          <p:cNvSpPr txBox="1"/>
          <p:nvPr>
            <p:ph idx="16" type="subTitle"/>
          </p:nvPr>
        </p:nvSpPr>
        <p:spPr>
          <a:xfrm>
            <a:off x="568857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48" name="Google Shape;248;p30"/>
          <p:cNvSpPr txBox="1"/>
          <p:nvPr>
            <p:ph idx="17" type="subTitle"/>
          </p:nvPr>
        </p:nvSpPr>
        <p:spPr>
          <a:xfrm>
            <a:off x="736242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249" name="Google Shape;249;p30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30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30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/>
          <p:nvPr>
            <p:ph type="title"/>
          </p:nvPr>
        </p:nvSpPr>
        <p:spPr>
          <a:xfrm>
            <a:off x="420875" y="453675"/>
            <a:ext cx="8102100" cy="31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you should invest in my game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269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2"/>
          <p:cNvSpPr txBox="1"/>
          <p:nvPr/>
        </p:nvSpPr>
        <p:spPr>
          <a:xfrm>
            <a:off x="1552225" y="1582575"/>
            <a:ext cx="5732700" cy="1108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 is it?</a:t>
            </a:r>
            <a:endParaRPr b="1" sz="6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/>
          <p:nvPr>
            <p:ph type="title"/>
          </p:nvPr>
        </p:nvSpPr>
        <p:spPr>
          <a:xfrm>
            <a:off x="1276350" y="453675"/>
            <a:ext cx="64734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Time Strategy</a:t>
            </a:r>
            <a:endParaRPr/>
          </a:p>
        </p:txBody>
      </p:sp>
      <p:sp>
        <p:nvSpPr>
          <p:cNvPr id="268" name="Google Shape;268;p33"/>
          <p:cNvSpPr txBox="1"/>
          <p:nvPr/>
        </p:nvSpPr>
        <p:spPr>
          <a:xfrm>
            <a:off x="560525" y="1469075"/>
            <a:ext cx="8244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Proxima Nova"/>
              <a:buChar char="❏"/>
            </a:pPr>
            <a:r>
              <a:rPr lang="en" sz="27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Often very complex</a:t>
            </a:r>
            <a:endParaRPr sz="27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00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Proxima Nova"/>
              <a:buChar char="❏"/>
            </a:pPr>
            <a:r>
              <a:rPr lang="en" sz="27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Steep learning curve</a:t>
            </a:r>
            <a:endParaRPr sz="27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00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Proxima Nova"/>
              <a:buChar char="❏"/>
            </a:pPr>
            <a:r>
              <a:rPr lang="en" sz="27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Can be somewhat overwhelming for </a:t>
            </a:r>
            <a:r>
              <a:rPr lang="en" sz="27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beginners</a:t>
            </a:r>
            <a:endParaRPr sz="27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64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roxima Nova"/>
              <a:buChar char="❏"/>
            </a:pPr>
            <a:r>
              <a:rPr lang="en" sz="2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Many things to keep track of</a:t>
            </a:r>
            <a:endParaRPr sz="2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4"/>
          <p:cNvSpPr txBox="1"/>
          <p:nvPr/>
        </p:nvSpPr>
        <p:spPr>
          <a:xfrm>
            <a:off x="1552225" y="1582575"/>
            <a:ext cx="5732700" cy="1108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My approach</a:t>
            </a:r>
            <a:endParaRPr b="1" sz="6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title"/>
          </p:nvPr>
        </p:nvSpPr>
        <p:spPr>
          <a:xfrm>
            <a:off x="873150" y="589850"/>
            <a:ext cx="73977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00"/>
              <a:t>Easy to learn &amp; Hard to master</a:t>
            </a:r>
            <a:endParaRPr sz="4100"/>
          </a:p>
        </p:txBody>
      </p:sp>
      <p:sp>
        <p:nvSpPr>
          <p:cNvPr id="280" name="Google Shape;280;p35"/>
          <p:cNvSpPr txBox="1"/>
          <p:nvPr/>
        </p:nvSpPr>
        <p:spPr>
          <a:xfrm>
            <a:off x="338250" y="1524650"/>
            <a:ext cx="86076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Proxima Nova"/>
              <a:buChar char="❏"/>
            </a:pPr>
            <a:r>
              <a:rPr lang="en" sz="27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Basic helpful automation</a:t>
            </a:r>
            <a:endParaRPr sz="27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00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Proxima Nova"/>
              <a:buChar char="❏"/>
            </a:pPr>
            <a:r>
              <a:rPr lang="en" sz="27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Intricate systems but simple on the surface</a:t>
            </a:r>
            <a:endParaRPr sz="27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00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Proxima Nova"/>
              <a:buChar char="❏"/>
            </a:pPr>
            <a:r>
              <a:rPr lang="en" sz="27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Simple controls</a:t>
            </a:r>
            <a:endParaRPr sz="27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00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Proxima Nova"/>
              <a:buChar char="❏"/>
            </a:pPr>
            <a:r>
              <a:rPr lang="en" sz="27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More abstract</a:t>
            </a:r>
            <a:endParaRPr sz="27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>
            <p:ph type="title"/>
          </p:nvPr>
        </p:nvSpPr>
        <p:spPr>
          <a:xfrm>
            <a:off x="873150" y="589850"/>
            <a:ext cx="73977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00"/>
              <a:t>Audience</a:t>
            </a:r>
            <a:endParaRPr sz="4100"/>
          </a:p>
        </p:txBody>
      </p:sp>
      <p:sp>
        <p:nvSpPr>
          <p:cNvPr id="286" name="Google Shape;286;p36"/>
          <p:cNvSpPr txBox="1"/>
          <p:nvPr/>
        </p:nvSpPr>
        <p:spPr>
          <a:xfrm>
            <a:off x="1050150" y="1635475"/>
            <a:ext cx="69258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Proxima Nova"/>
              <a:buChar char="❏"/>
            </a:pPr>
            <a:r>
              <a:rPr lang="en" sz="27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All platforms</a:t>
            </a:r>
            <a:endParaRPr sz="27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00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Proxima Nova"/>
              <a:buChar char="❏"/>
            </a:pPr>
            <a:r>
              <a:rPr lang="en" sz="27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Any age</a:t>
            </a:r>
            <a:endParaRPr sz="27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00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Proxima Nova"/>
              <a:buChar char="❏"/>
            </a:pPr>
            <a:r>
              <a:rPr lang="en" sz="27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Wide demographic</a:t>
            </a:r>
            <a:endParaRPr sz="27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/>
          <p:cNvSpPr txBox="1"/>
          <p:nvPr/>
        </p:nvSpPr>
        <p:spPr>
          <a:xfrm>
            <a:off x="1552225" y="1582575"/>
            <a:ext cx="5732700" cy="20319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Financial Success</a:t>
            </a:r>
            <a:endParaRPr b="1" sz="6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873150" y="589850"/>
            <a:ext cx="73977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00"/>
              <a:t>Key components</a:t>
            </a:r>
            <a:endParaRPr sz="4100"/>
          </a:p>
        </p:txBody>
      </p:sp>
      <p:sp>
        <p:nvSpPr>
          <p:cNvPr id="298" name="Google Shape;298;p38"/>
          <p:cNvSpPr txBox="1"/>
          <p:nvPr/>
        </p:nvSpPr>
        <p:spPr>
          <a:xfrm>
            <a:off x="560525" y="1635475"/>
            <a:ext cx="64038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25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Font typeface="Proxima Nova"/>
              <a:buChar char="❏"/>
            </a:pPr>
            <a:r>
              <a:rPr lang="en" sz="31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Large audience</a:t>
            </a:r>
            <a:endParaRPr sz="31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25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Font typeface="Proxima Nova"/>
              <a:buChar char="❏"/>
            </a:pPr>
            <a:r>
              <a:rPr lang="en" sz="31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Freemium model</a:t>
            </a:r>
            <a:endParaRPr sz="31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25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Font typeface="Proxima Nova"/>
              <a:buChar char="❏"/>
            </a:pPr>
            <a:r>
              <a:rPr lang="en" sz="31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Focus on </a:t>
            </a:r>
            <a:r>
              <a:rPr lang="en" sz="31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player base</a:t>
            </a:r>
            <a:r>
              <a:rPr lang="en" sz="31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 expansion</a:t>
            </a:r>
            <a:endParaRPr sz="31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9" name="Google Shape;299;p38"/>
          <p:cNvSpPr txBox="1"/>
          <p:nvPr>
            <p:ph idx="4294967295" type="subTitle"/>
          </p:nvPr>
        </p:nvSpPr>
        <p:spPr>
          <a:xfrm>
            <a:off x="5685000" y="3015950"/>
            <a:ext cx="3459000" cy="6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Wahoo is our target consumer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00" name="Google Shape;3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8775" y="1524650"/>
            <a:ext cx="2164550" cy="15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type="title"/>
          </p:nvPr>
        </p:nvSpPr>
        <p:spPr>
          <a:xfrm>
            <a:off x="420875" y="1552350"/>
            <a:ext cx="7652100" cy="15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me your money</a:t>
            </a:r>
            <a:endParaRPr/>
          </a:p>
        </p:txBody>
      </p:sp>
      <p:sp>
        <p:nvSpPr>
          <p:cNvPr id="306" name="Google Shape;306;p39"/>
          <p:cNvSpPr txBox="1"/>
          <p:nvPr>
            <p:ph idx="2" type="title"/>
          </p:nvPr>
        </p:nvSpPr>
        <p:spPr>
          <a:xfrm>
            <a:off x="420875" y="3144800"/>
            <a:ext cx="47484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(pretty please </a:t>
            </a:r>
            <a:r>
              <a:rPr lang="en"/>
              <a:t>🥺</a:t>
            </a:r>
            <a:r>
              <a:rPr lang="en"/>
              <a:t>)</a:t>
            </a:r>
            <a:endParaRPr/>
          </a:p>
        </p:txBody>
      </p:sp>
      <p:sp>
        <p:nvSpPr>
          <p:cNvPr id="307" name="Google Shape;307;p39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
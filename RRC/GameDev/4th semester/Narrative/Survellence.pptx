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19263" y="3028950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1719263" y="3028950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Vision Asthetic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1719263" y="3690937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Cole</a:t>
            </a:r>
            <a:endParaRPr lang="en-US" sz="1283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52850" y="990600"/>
            <a:ext cx="1181100" cy="15240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33663" y="1757363"/>
            <a:ext cx="3324225" cy="10525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62213" y="866775"/>
            <a:ext cx="3686175" cy="2162175"/>
          </a:xfrm>
          <a:prstGeom prst="rect">
            <a:avLst/>
          </a:prstGeom>
          <a:solidFill>
            <a:srgbClr val="000000">
              <a:alpha val="10000"/>
            </a:srgbClr>
          </a:solidFill>
          <a:ln w="18097">
            <a:solidFill>
              <a:srgbClr val="F6500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2462213" y="609600"/>
            <a:ext cx="3652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65009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Classification: Threat to human rights       99%</a:t>
            </a:r>
            <a:endParaRPr lang="en-US" sz="12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38500" y="1843088"/>
            <a:ext cx="3028950" cy="15144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600075"/>
            <a:ext cx="5395913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Bounding Boxes &amp; Labels</a:t>
            </a:r>
            <a:endParaRPr lang="en-US" sz="342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1843088"/>
            <a:ext cx="3238500" cy="330041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15000" y="2290763"/>
            <a:ext cx="3429000" cy="2852738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38500" y="3276600"/>
            <a:ext cx="2490788" cy="186690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29288" y="4763"/>
            <a:ext cx="3414713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0100" y="333375"/>
            <a:ext cx="82677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score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775" y="1466850"/>
            <a:ext cx="8167687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425" y="352425"/>
            <a:ext cx="3057525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(Brief) History</a:t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6786563" y="2000250"/>
            <a:ext cx="25669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 &amp; deep learning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3914775" y="2000250"/>
            <a:ext cx="13096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Viola-Jones</a:t>
            </a:r>
            <a:endParaRPr lang="en-US" sz="1710" dirty="0"/>
          </a:p>
        </p:txBody>
      </p:sp>
      <p:sp>
        <p:nvSpPr>
          <p:cNvPr id="5" name="Text 3"/>
          <p:cNvSpPr/>
          <p:nvPr/>
        </p:nvSpPr>
        <p:spPr>
          <a:xfrm>
            <a:off x="3795713" y="44196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was used in old cameras!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19050" y="1295400"/>
            <a:ext cx="976312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2618" b="1" spc="-5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1960</a:t>
            </a:r>
            <a:endParaRPr lang="en-US" sz="2618" dirty="0"/>
          </a:p>
        </p:txBody>
      </p:sp>
      <p:sp>
        <p:nvSpPr>
          <p:cNvPr id="7" name="Text 5"/>
          <p:cNvSpPr/>
          <p:nvPr/>
        </p:nvSpPr>
        <p:spPr>
          <a:xfrm>
            <a:off x="4410075" y="1295400"/>
            <a:ext cx="108585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2618" b="1" spc="-5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2001</a:t>
            </a:r>
            <a:endParaRPr lang="en-US" sz="2618" dirty="0"/>
          </a:p>
        </p:txBody>
      </p:sp>
      <p:sp>
        <p:nvSpPr>
          <p:cNvPr id="8" name="Text 6"/>
          <p:cNvSpPr/>
          <p:nvPr/>
        </p:nvSpPr>
        <p:spPr>
          <a:xfrm>
            <a:off x="8072438" y="1295400"/>
            <a:ext cx="1090613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2618" b="1" spc="-52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2015</a:t>
            </a:r>
            <a:endParaRPr lang="en-US" sz="2618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2571750"/>
            <a:ext cx="3405188" cy="17097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2425" y="1995487"/>
            <a:ext cx="16573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Detection</a:t>
            </a:r>
            <a:endParaRPr lang="en-US" sz="171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716" t="0" b="0"/>
          <a:stretch/>
        </p:blipFill>
        <p:spPr>
          <a:xfrm>
            <a:off x="6500813" y="2571750"/>
            <a:ext cx="2643188" cy="1709738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95713" y="2571750"/>
            <a:ext cx="2314575" cy="1704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47788" y="1524000"/>
            <a:ext cx="6448425" cy="3619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6413" y="609600"/>
            <a:ext cx="5586413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looks like in action</a:t>
            </a:r>
            <a:endParaRPr lang="en-US" sz="3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57813" y="904875"/>
            <a:ext cx="3786188" cy="12620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81575" y="576263"/>
            <a:ext cx="408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Flemish Scrollers by Dries Depoorter</a:t>
            </a:r>
            <a:endParaRPr lang="en-US" sz="1710" dirty="0"/>
          </a:p>
        </p:txBody>
      </p:sp>
      <p:sp>
        <p:nvSpPr>
          <p:cNvPr id="4" name="Text 1"/>
          <p:cNvSpPr/>
          <p:nvPr/>
        </p:nvSpPr>
        <p:spPr>
          <a:xfrm>
            <a:off x="314325" y="357188"/>
            <a:ext cx="38862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Flipping the script</a:t>
            </a:r>
            <a:endParaRPr lang="en-US" sz="342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62588" y="2686050"/>
            <a:ext cx="3681413" cy="2457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00775" y="2295525"/>
            <a:ext cx="23955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by Paolo Cirio</a:t>
            </a:r>
            <a:endParaRPr lang="en-US" sz="171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4325" y="2295525"/>
            <a:ext cx="4095750" cy="24955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313" y="1890713"/>
            <a:ext cx="352901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Nightshade - Data poisoning tool</a:t>
            </a:r>
            <a:endParaRPr lang="en-US" sz="1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550" y="228600"/>
            <a:ext cx="729138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 Survellance movement</a:t>
            </a:r>
            <a:endParaRPr lang="en-US" sz="342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9550" y="1985963"/>
            <a:ext cx="3671888" cy="2762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9550" y="1519238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 Paint to break neural nets</a:t>
            </a:r>
            <a:endParaRPr lang="en-US" sz="1283" dirty="0"/>
          </a:p>
        </p:txBody>
      </p:sp>
      <p:sp>
        <p:nvSpPr>
          <p:cNvPr id="5" name="Text 2"/>
          <p:cNvSpPr/>
          <p:nvPr/>
        </p:nvSpPr>
        <p:spPr>
          <a:xfrm>
            <a:off x="209550" y="1243013"/>
            <a:ext cx="27717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 Dazzle - Adam Harvey</a:t>
            </a:r>
            <a:endParaRPr lang="en-US" sz="171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62525" y="2486025"/>
            <a:ext cx="3867150" cy="2262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3513" y="2038350"/>
            <a:ext cx="2476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Readable Hito</a:t>
            </a:r>
            <a:endParaRPr lang="en-US" sz="1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2026-03-03T17:11:44Z</dcterms:created>
  <dcterms:modified xsi:type="dcterms:W3CDTF">2026-03-03T17:11:44Z</dcterms:modified>
</cp:coreProperties>
</file>